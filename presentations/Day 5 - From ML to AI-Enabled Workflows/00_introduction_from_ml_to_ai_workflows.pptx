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86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C State Engineering -- ANS / Conferences / 2021 Student Conference">
            <a:extLst>
              <a:ext uri="{FF2B5EF4-FFF2-40B4-BE49-F238E27FC236}">
                <a16:creationId xmlns:a16="http://schemas.microsoft.com/office/drawing/2014/main" id="{4AE3784E-66A2-EF32-0E58-A3DE9A832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4187" y="23277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DAY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Machine Learning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AI-Enabled Workflows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8912" y="2212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Evidence packages • AI-assisted pipelines • Guided LLM prompts • Human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2615184"/>
            <a:ext cx="370332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0" y="932688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75904" y="1051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Today’s focus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75904" y="1344168"/>
            <a:ext cx="26791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Turn Day 3–4 model results into AI-ready evidence and reproducible, validated workflows.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8F8"/>
          </a:solidFill>
          <a:ln w="12700">
            <a:solidFill>
              <a:srgbClr val="F2C8C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245059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Output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75904" y="2743200"/>
            <a:ext cx="2679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A grounded AI workflow concept and a prompt-chain approach for recreating an ML notebook.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Applied AI Design Workshop for Faculty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Fred Livingston (fjliving@ncsu.edu)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we are in the workshop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Day 5 connects the foundational machine-learning workflow to AI-assisted implementation and interpretation.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2331720" cy="960120"/>
          </a:xfrm>
          <a:prstGeom prst="chevron">
            <a:avLst/>
          </a:prstGeom>
          <a:solidFill>
            <a:srgbClr val="E9F1FB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21992"/>
            <a:ext cx="2240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DAY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Problem framing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Regression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331720" cy="960120"/>
          </a:xfrm>
          <a:prstGeom prst="chevron">
            <a:avLst/>
          </a:prstGeom>
          <a:solidFill>
            <a:srgbClr val="E8F5E9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221992"/>
            <a:ext cx="2240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DAY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Classification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Data preparation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2057400"/>
            <a:ext cx="2331720" cy="960120"/>
          </a:xfrm>
          <a:prstGeom prst="chevron">
            <a:avLst/>
          </a:prstGeom>
          <a:solidFill>
            <a:srgbClr val="FFF8E1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221992"/>
            <a:ext cx="2240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DAY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AI assistance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Validated workflows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41080" y="2057400"/>
            <a:ext cx="2331720" cy="960120"/>
          </a:xfrm>
          <a:prstGeom prst="chevron">
            <a:avLst/>
          </a:prstGeom>
          <a:solidFill>
            <a:srgbClr val="F3E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0" y="2221992"/>
            <a:ext cx="2240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NEXT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Apply to teaching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research workflows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Progression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4005072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From building a defensible first-pass ML analysis → to using AI as a copilot for evidence-grounded communication, notebook generation, and workflow design.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0000"/>
                </a:solidFill>
              </a:rPr>
              <a:t>Key shift: the LLM does not create new evidence; it helps organize, explain, and implement evidence that faculty can validate.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2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recap: ML foundations and problem framing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Day 3 established the vocabulary and structure needed to create defensible ML problems.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8F8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" y="19933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Problem framing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228600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Prediction objective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Inputs and outputs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Unit of observation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Target variable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83464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9F1FB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80944" y="19933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Classic ML landscape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80944" y="228600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Regression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Classification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Clustering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Forecasting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Anomaly detection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8F5E9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12664" y="19933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Regression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12664" y="228600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Linear models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Polynomial trends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Regularization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Residuals and MAE/RMSE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49808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8E1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44384" y="19933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Baseline thinking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44384" y="228600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Mean or majority baseline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Metric selection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Practical success criteria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829800" y="18745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3E5F5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76104" y="1993392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Participant output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976104" y="2286000"/>
            <a:ext cx="14904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</a:rPr>
              <a:t>A framed ML problem with inputs, target, baseline, and metric.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What carries forward to Day 5?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4224528"/>
            <a:ext cx="10881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• Every AI workflow still needs a clear unit of observation and target or discovery question.
• Baselines and metrics become the evidence that an AI explanation must respect.
• LLM-generated conclusions must be checked against the original ML framing.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3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4 recap: from classification to data preparation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Day 4 expanded the workflow from supervised classification to data cleaning, feature preparation, and unsupervised discovery.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9F1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212848"/>
            <a:ext cx="24505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Predicted categorical outcomes using logistic regression, decision trees, probabilities, thresholds, and confusion matrices.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7830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Baseline model activity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5304" y="2212848"/>
            <a:ext cx="24505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Built a first-pass model workflow with data inspection, baselines, simple models, metrics, and interpretation.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Data preparation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01384" y="2212848"/>
            <a:ext cx="24505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Addressed missing values, outliers, data types, encoding, scaling, leakage, and domain-informed features.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81160" y="17830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7260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0" y="1874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Unsupervised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27464" y="2212848"/>
            <a:ext cx="2176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Used clustering, PCA, silhouette scores, DBSCAN, and cluster profiles to explore unlabeled data.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Day 4 generated the evidence packets that Day 5 will use: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43000" y="457200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89304" y="46908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9304" y="4983480"/>
            <a:ext cx="1947672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accuracy • recall • F1 • silhouette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457200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03904" y="46908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Visuals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03904" y="4983480"/>
            <a:ext cx="194767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confusion matrices • PCA plots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18504" y="46908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Decisions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18504" y="4983480"/>
            <a:ext cx="1947672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features • leakage • thresholds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457200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33104" y="46908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Limits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33104" y="4983480"/>
            <a:ext cx="1947672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data quality • validation • claims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4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Transition: model results are not yet an AI workflow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Day 5 asks how predictive evidence becomes context for AI-assisted analysis, communication, and notebook generation.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1417320" cy="640080"/>
          </a:xfrm>
          <a:prstGeom prst="chevron">
            <a:avLst/>
          </a:prstGeom>
          <a:solidFill>
            <a:srgbClr val="E9F1FB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76856" y="2011680"/>
            <a:ext cx="1417320" cy="640080"/>
          </a:xfrm>
          <a:prstGeom prst="chevron">
            <a:avLst/>
          </a:prstGeom>
          <a:solidFill>
            <a:srgbClr val="E8F5E9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22576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95344" y="2011680"/>
            <a:ext cx="1417320" cy="640080"/>
          </a:xfrm>
          <a:prstGeom prst="chevron">
            <a:avLst/>
          </a:prstGeom>
          <a:solidFill>
            <a:srgbClr val="FFF8E1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41064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Model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13832" y="2011680"/>
            <a:ext cx="1417320" cy="640080"/>
          </a:xfrm>
          <a:prstGeom prst="chevron">
            <a:avLst/>
          </a:prstGeom>
          <a:solidFill>
            <a:srgbClr val="FFF3E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59552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Metrics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1417320" cy="640080"/>
          </a:xfrm>
          <a:prstGeom prst="chevron">
            <a:avLst/>
          </a:prstGeom>
          <a:solidFill>
            <a:srgbClr val="F3E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Evidence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package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50808" y="2011680"/>
            <a:ext cx="1417320" cy="640080"/>
          </a:xfrm>
          <a:prstGeom prst="chevron">
            <a:avLst/>
          </a:prstGeom>
          <a:solidFill>
            <a:srgbClr val="FF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96528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workflow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369296" y="2011680"/>
            <a:ext cx="1417320" cy="640080"/>
          </a:xfrm>
          <a:prstGeom prst="chevron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15016" y="2176272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Human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Day 5 working principle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10789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</a:rPr>
              <a:t>AI is useful when it is grounded in explicit evidence and constrained by human-validated assumptions, metrics, and limitations.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0749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8F8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0704" y="5193792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Do not ask only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0704" y="5486400"/>
            <a:ext cx="44622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“Can AI explain this?”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50749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38544" y="5193792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Ask instead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38544" y="5486400"/>
            <a:ext cx="44622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“What evidence can AI use, and what must it not claim?”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5 schedule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92808" y="17830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C0000"/>
                </a:solidFill>
              </a:rPr>
              <a:t>BLOCK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824728" y="17830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C0000"/>
                </a:solidFill>
              </a:rPr>
              <a:t>FOCUS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66928" y="2075688"/>
            <a:ext cx="10927080" cy="0"/>
          </a:xfrm>
          <a:prstGeom prst="line">
            <a:avLst/>
          </a:prstGeom>
          <a:noFill/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92808" y="227685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Welcome and Day 5 framing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24728" y="2276856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Connect Day 3–4 work to AI-enabled workflows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624328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92808" y="27523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Session 1 — Evidence package synthesis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24728" y="2752344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Problem, dataset, baseline, results, limitations, claim boundaries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099816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92808" y="3227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Session 2 — AI across the full ML 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24728" y="3227832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Framing, audit, leakage, features, pipeline, evaluation, communication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575304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92808" y="37033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Invited presentation — LLM and AI Workflows on NCSU’s Hazel HPC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24728" y="370332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Scalable AI workflows and university computing resources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050792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92808" y="417880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Break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24728" y="417880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66928" y="4526280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92808" y="46542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Session 3 — Guided LLM prompt chain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24728" y="4654296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Seven-step prompt sequence with guardrails and human checkpoints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001768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892808" y="51297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Session 4 — Worked example: recreate the ML notebook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24728" y="5129784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Prompts → notebook → baseline/model results → model card → validation checks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5477256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92808" y="5605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Open discussion, questions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24728" y="5605272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Faculty applications, technical questions, next steps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5952744"/>
            <a:ext cx="109270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6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5 learning objectives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By the end of Day 5, you should be able to use AI to support—not replace—a defensible ML workflow.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Synthesize 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16712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Convert Day 3–4 results into an evidence package that includes metrics, visuals, limitations, and claim boundaries.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E9F1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Map AI utility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9704" y="216712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Identify where AI can assist with problem framing, data auditing, leakage review, feature generation, code, evaluation, and explanation.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17373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18288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Prompt with guardrails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0184" y="216712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Use a guided prompt chain to generate notebook-ready markdown and code while preventing invented columns and unsupported claims.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337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Audit generated artifacts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" y="367588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Check LLM-generated notebooks for leakage, preprocessing errors, metric mismatch, hallucinations, and causal overclaims.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24612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3E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34840" y="3337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Communicate responsibly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9704" y="367588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Produce audience-specific explanations and model-card summaries grounded in evidence and explicit limitations.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83880" y="324612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5320" y="3337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3337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Connect to implementation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0184" y="3675888"/>
            <a:ext cx="31821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Identify how AI workflows could support teaching, research, or lab operations while preserving human review.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5257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Day 5 success criterion: participants can inspect, run, and defend AI-assisted ML artifacts.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7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activities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The activities are designed to move from evidence to implementation while keeping faculty in control of the analysis.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</a:rPr>
              <a:t>Evidence package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2212848"/>
            <a:ext cx="2450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Turn prior ML results into structured context that an AI system can use without inventing claims.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17830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</a:rPr>
              <a:t>AI pipeline 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58184" y="2212848"/>
            <a:ext cx="2450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Identify which stages are accelerated by AI and which require human validation or domain expertise.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7830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1874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</a:rPr>
              <a:t>Prompt chain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9984" y="2212848"/>
            <a:ext cx="2450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Use seven controlled prompts to create notebook sections, code, metrics, interpretation, and a model card.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55480" y="17830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46920" y="1874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</a:rPr>
              <a:t>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0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01784" y="2212848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Follow a complete defect-classification example from prompt to notebook to validation checks.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Learning mode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7824" y="41879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Instructor demo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7824" y="4480560"/>
            <a:ext cx="28163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Show the evidence → prompt → notebook → validation workflow.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06824" y="41879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Faculty audit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06824" y="4480560"/>
            <a:ext cx="28163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Identify invented columns, leakage, metric mismatch, and causal overclaims.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35824" y="41879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Discussion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35824" y="4480560"/>
            <a:ext cx="28163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Translate the workflow to faculty research, teaching, and lab contexts.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</a:rPr>
              <a:t>Key phrase for the day: AI drafts the artifact; validate the assumptions, workflow, metrics, and claims.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8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822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47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347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outputs for Day 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The goal is not only to hear about AI workflows, but to leave with reusable structures and prompts.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926080" cy="228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8F8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194767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AI evidence package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32104" y="224028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Problem, dataset, baseline, model result, limitations, and claim boundaries.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9F1FB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94767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Prompt-chain recipe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26864" y="224028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 reusable seven-step sequence for generating a notebook scaffold.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21624" y="194767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AI audit checklist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21624" y="224028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Criteria for rejecting or revising AI-generated code and explanations.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" y="33649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Worked example notes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" y="365760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Defect-prediction workflow from dataset to logistic regression and model card.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2461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26864" y="33649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Implementation idea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26864" y="365760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 faculty-specific teaching, research, or lab workflow where AI could assist.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75320" y="32461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21624" y="33649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</a:rPr>
              <a:t>Open questions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21624" y="3657600"/>
            <a:ext cx="29077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Technical, ethical, and organizational issues to address after the workshop.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</a:rPr>
              <a:t>These outputs are intentionally lightweight: they can become a course example, a research planning artifact, or a prototype workflow design.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67160" y="6510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999999"/>
                </a:solidFill>
              </a:rPr>
              <a:t>9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1220</Words>
  <Application>Microsoft Office PowerPoint</Application>
  <PresentationFormat>Widescreen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Introduction — From Machine Learning to AI-Enabled Workflows</dc:title>
  <dc:subject>Applied AI Design Workshop for Faculty</dc:subject>
  <dc:creator>Fred Livingston</dc:creator>
  <cp:lastModifiedBy>Fred Livingston</cp:lastModifiedBy>
  <cp:revision>4</cp:revision>
  <dcterms:created xsi:type="dcterms:W3CDTF">2026-07-17T07:31:01Z</dcterms:created>
  <dcterms:modified xsi:type="dcterms:W3CDTF">2026-07-17T07:45:09Z</dcterms:modified>
</cp:coreProperties>
</file>